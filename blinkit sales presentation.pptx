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258" r:id="rId2"/>
    <p:sldId id="257" r:id="rId3"/>
    <p:sldId id="259" r:id="rId4"/>
    <p:sldId id="261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81" d="100"/>
          <a:sy n="81" d="100"/>
        </p:scale>
        <p:origin x="66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B17121-BF8B-4A4A-8100-235F16E92EC8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56CE27-69CE-46F8-9FCB-C475BC0080E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7944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56CE27-69CE-46F8-9FCB-C475BC0080E7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7874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2071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2754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6630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4088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9736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1100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54392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38339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1294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5235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067436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82097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43041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19108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26402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1072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F5DB8F-3DFB-4B19-BB62-2C37E5A1306E}" type="datetimeFigureOut">
              <a:rPr lang="en-IN" smtClean="0"/>
              <a:t>21-05-2025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72E9581C-CE45-4A12-904C-6E943285E93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7641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A2480C-1A9C-85E8-EE2E-46B91C3AA5F2}"/>
              </a:ext>
            </a:extLst>
          </p:cNvPr>
          <p:cNvSpPr txBox="1"/>
          <p:nvPr/>
        </p:nvSpPr>
        <p:spPr>
          <a:xfrm>
            <a:off x="3998536" y="3244334"/>
            <a:ext cx="419492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 err="1">
                <a:solidFill>
                  <a:schemeClr val="accent2"/>
                </a:solidFill>
                <a:latin typeface="Arial Black" panose="020B0A04020102020204" pitchFamily="34" charset="0"/>
              </a:rPr>
              <a:t>BlinkIT</a:t>
            </a:r>
            <a:r>
              <a:rPr lang="en-IN" b="1" dirty="0">
                <a:solidFill>
                  <a:schemeClr val="accent2"/>
                </a:solidFill>
                <a:latin typeface="Arial Black" panose="020B0A04020102020204" pitchFamily="34" charset="0"/>
              </a:rPr>
              <a:t> Grocery Data</a:t>
            </a:r>
            <a:endParaRPr lang="en-IN" dirty="0">
              <a:solidFill>
                <a:schemeClr val="accent2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66B1F8-E014-F827-373A-8833A8A5C1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5421" y="1555423"/>
            <a:ext cx="1707037" cy="158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986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D6C258-3C46-C278-C5B9-7317769004F8}"/>
              </a:ext>
            </a:extLst>
          </p:cNvPr>
          <p:cNvSpPr txBox="1"/>
          <p:nvPr/>
        </p:nvSpPr>
        <p:spPr>
          <a:xfrm>
            <a:off x="1593130" y="1461155"/>
            <a:ext cx="834272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dirty="0"/>
              <a:t>				</a:t>
            </a: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</a:rPr>
              <a:t>SITUATION: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err="1"/>
              <a:t>BlinkIT</a:t>
            </a:r>
            <a:r>
              <a:rPr lang="en-US" dirty="0"/>
              <a:t>, a grocery delivery company, wanted to optimize product placement and improve sales across its retail outlets. </a:t>
            </a:r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They had detailed transactional and outlet data but lacked a clear view of how product attributes and outlet characteristics impacted sales performance.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2016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CD4927-4248-732B-3FE6-18C2EAE63C09}"/>
              </a:ext>
            </a:extLst>
          </p:cNvPr>
          <p:cNvSpPr txBox="1"/>
          <p:nvPr/>
        </p:nvSpPr>
        <p:spPr>
          <a:xfrm>
            <a:off x="1046374" y="1065229"/>
            <a:ext cx="10020694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dirty="0"/>
              <a:t>					</a:t>
            </a: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</a:rPr>
              <a:t>TASK</a:t>
            </a:r>
          </a:p>
          <a:p>
            <a:pPr>
              <a:buNone/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buNone/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analyze the sales data across different product categories and outlet types to identify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Which product categories performed best by outlet type and location.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The impact of visibility and weight on item sales.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Key factors contributing to high or low sales.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5701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2F7B22-8A81-9F3E-F77D-86C415A2266B}"/>
              </a:ext>
            </a:extLst>
          </p:cNvPr>
          <p:cNvSpPr txBox="1"/>
          <p:nvPr/>
        </p:nvSpPr>
        <p:spPr>
          <a:xfrm>
            <a:off x="1093509" y="1216058"/>
            <a:ext cx="10492033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dirty="0"/>
              <a:t>					</a:t>
            </a:r>
            <a:r>
              <a:rPr lang="en-US" sz="2400" b="1" dirty="0">
                <a:solidFill>
                  <a:srgbClr val="C00000"/>
                </a:solidFill>
              </a:rPr>
              <a:t>ACTION</a:t>
            </a:r>
          </a:p>
          <a:p>
            <a:pPr>
              <a:buNone/>
            </a:pPr>
            <a:endParaRPr lang="en-US" b="1" dirty="0">
              <a:solidFill>
                <a:srgbClr val="C00000"/>
              </a:solidFill>
            </a:endParaRPr>
          </a:p>
          <a:p>
            <a:pPr>
              <a:buNone/>
            </a:pPr>
            <a:endParaRPr lang="en-US" b="1" dirty="0">
              <a:solidFill>
                <a:srgbClr val="C00000"/>
              </a:solidFill>
            </a:endParaRPr>
          </a:p>
          <a:p>
            <a:pPr>
              <a:buFont typeface="+mj-lt"/>
              <a:buAutoNum type="arabicPeriod"/>
            </a:pPr>
            <a:r>
              <a:rPr lang="en-US" b="1" dirty="0"/>
              <a:t>Data Cleaning: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Handled missing values and standardized categorical values (e.g., unified "Low Fat" variants).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Removed or imputed outliers in sales and visibility.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Data Modeling: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Created relationships between item attributes and outlet characteristics.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Built calculated columns to categorize high/low sales and visibility bands.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Visualization: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Designed an interactive dashboard with slicers for outlet type, location, and item type.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Used bar charts and heatmaps to visualize sales performance by category and outlet.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Created KPI cards showing average sales, top-selling categories, and average ratings.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0216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DD20A2-1D0E-733B-2F56-72C09385545B}"/>
              </a:ext>
            </a:extLst>
          </p:cNvPr>
          <p:cNvSpPr txBox="1"/>
          <p:nvPr/>
        </p:nvSpPr>
        <p:spPr>
          <a:xfrm>
            <a:off x="996099" y="1348034"/>
            <a:ext cx="1002383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dirty="0"/>
              <a:t>					</a:t>
            </a:r>
            <a:r>
              <a:rPr lang="en-US" sz="2400" b="1" dirty="0">
                <a:solidFill>
                  <a:srgbClr val="C00000"/>
                </a:solidFill>
              </a:rPr>
              <a:t>RESULT</a:t>
            </a:r>
          </a:p>
          <a:p>
            <a:pPr>
              <a:buNone/>
            </a:pPr>
            <a:endParaRPr lang="en-US" b="1" dirty="0">
              <a:solidFill>
                <a:srgbClr val="C00000"/>
              </a:solidFill>
            </a:endParaRPr>
          </a:p>
          <a:p>
            <a:pPr>
              <a:buNone/>
            </a:pPr>
            <a:endParaRPr lang="en-US" b="1" dirty="0">
              <a:solidFill>
                <a:srgbClr val="C0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/>
              <a:t>Fruits and Vegetables</a:t>
            </a:r>
            <a:r>
              <a:rPr lang="en-US" dirty="0"/>
              <a:t> had the highest average sales in </a:t>
            </a:r>
            <a:r>
              <a:rPr lang="en-US" b="1" dirty="0"/>
              <a:t>Tier 1 Supermarkets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Found that </a:t>
            </a:r>
            <a:r>
              <a:rPr lang="en-US" b="1" dirty="0"/>
              <a:t>item visibility</a:t>
            </a:r>
            <a:r>
              <a:rPr lang="en-US" dirty="0"/>
              <a:t> positively correlated with sales, particularly in </a:t>
            </a:r>
            <a:r>
              <a:rPr lang="en-US" b="1" dirty="0"/>
              <a:t>high-footfall outlets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Recommended optimizing shelf placement and promotional efforts based on item type and outlet size.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Helped the company understand which </a:t>
            </a:r>
            <a:r>
              <a:rPr lang="en-US" b="1" dirty="0"/>
              <a:t>outlet types and product mixes</a:t>
            </a:r>
            <a:r>
              <a:rPr lang="en-US" dirty="0"/>
              <a:t> yielded better returns, informing future stocking strategies.</a:t>
            </a:r>
          </a:p>
        </p:txBody>
      </p:sp>
    </p:spTree>
    <p:extLst>
      <p:ext uri="{BB962C8B-B14F-4D97-AF65-F5344CB8AC3E}">
        <p14:creationId xmlns:p14="http://schemas.microsoft.com/office/powerpoint/2010/main" val="1038326834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TM02892315[[fn=Wisp]]</Template>
  <TotalTime>23</TotalTime>
  <Words>277</Words>
  <Application>Microsoft Office PowerPoint</Application>
  <PresentationFormat>Widescreen</PresentationFormat>
  <Paragraphs>41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Arial</vt:lpstr>
      <vt:lpstr>Arial Black</vt:lpstr>
      <vt:lpstr>Calibri</vt:lpstr>
      <vt:lpstr>Century Gothic</vt:lpstr>
      <vt:lpstr>Wingdings</vt:lpstr>
      <vt:lpstr>Wingdings 3</vt:lpstr>
      <vt:lpstr>Wisp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Srinath Kadudas</dc:creator>
  <cp:lastModifiedBy>Srinath Kadudas</cp:lastModifiedBy>
  <cp:revision>2</cp:revision>
  <dcterms:created xsi:type="dcterms:W3CDTF">2025-05-21T06:09:33Z</dcterms:created>
  <dcterms:modified xsi:type="dcterms:W3CDTF">2025-05-21T06:32:33Z</dcterms:modified>
</cp:coreProperties>
</file>