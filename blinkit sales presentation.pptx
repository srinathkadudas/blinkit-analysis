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7121-BF8B-4A4A-8100-235F16E92EC8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6CE27-69CE-46F8-9FCB-C475BC008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94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6CE27-69CE-46F8-9FCB-C475BC0080E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787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CE07-56AC-D37E-890C-85C5ED336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AF595-6D63-FCA2-887C-6F13C2B9D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3DDD-1648-C200-5CEA-33290BD1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950D1-DC30-2C8E-4B6A-84BBE74C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19DC4-59F4-2F1B-EDC0-C57D8183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820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ECBFC-8A09-98BB-E49A-E276C055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5879D-B699-5E38-1E51-B359FB2BD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BC3A3-AF35-673F-AD1C-EDF07847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3C9D9-BC71-6230-4121-0A69F9E0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D3D68-FBBC-225C-A447-A8D494F7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87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4539-287E-11D7-14F2-F55EE252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87998-0F47-F4C1-5306-C3C197489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B7B8-9A4D-32F7-0620-25235684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D3521-2060-6996-7971-B7EE1913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83EEB-E491-513D-3072-5764F022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13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3AD1-D2C7-EBC7-7D60-24BB44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EBA0F-214A-B5AB-0386-6AA32C006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A096D-6F5A-83C3-EC58-0D348B7A6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D474C-37A3-0B17-841A-6CCE0C80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9D705-1655-6C99-00D1-3A8BE38B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4A2C0-65D1-FD18-DE2D-8B5A0E05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79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4BC4-9E39-A9EE-5171-52BEAFF7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5BC69-550C-D1AA-4B45-ED078FE5A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E0EFB-E911-90F8-9675-7A44B5DDA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328BF-9014-BEC9-1ED3-241A6A617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77546-54E3-7496-236D-78E5EEB5A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C12BC-2428-AD24-95F6-520C9233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1EBEE-FF40-8CE7-C008-711D20D2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A125A-2DB4-9FD2-FAA7-491AADEF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31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C0A5-8010-4452-B85A-015A2C02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8D8A4-7809-93DC-3606-4C42775D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25BF8-4676-F65D-D037-06902110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CFE76-5240-9CEF-1314-1029D6B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27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6CD0E-BFE1-2314-0E73-8563087E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8F15D-3E85-AC5B-CBF6-787374497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84A63-EAD8-93D7-62FD-C712BF0C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4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88C3-EDFD-7A2B-59D9-C418E50F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AD2D-7DD6-006D-6A8A-9E2C2CC6E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0C3D7-3C92-12DE-4AF2-831068150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EA1AD-61D0-7649-95DD-051E6929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4A1E3-1947-E48F-F7F8-37A8FF28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0E026-567C-62A3-723E-0623935A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58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1885-35F1-9FA2-AC56-C202B99E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F1A60-1EC0-37DC-CC52-2D2B871AA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AC8F0-DD46-F198-DD58-D02FDBA5C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EA984-69AF-AFAA-D7F8-7A6E48DE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472FB-BB27-4A98-AE36-6F8D4504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AC4A5-AB01-BF09-EB6C-6DABB5E1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0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C4AB1-F126-A549-F3D3-501607B2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91C5F-E46C-C1BC-F7B4-31C2D4577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4943-8620-F92E-E545-555882A4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86172-6B0D-E249-F69C-46A76662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9937B-BB5F-48E1-816B-7096C89C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80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FF6E3-E5D5-CD09-2922-58B152751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76E8E-DEF8-D5D9-5901-E64D9094B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E8ABE-D625-7451-03A8-4C4598FC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FD5D0-0AD7-0B89-15CD-3F0F64DE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8F34-43BA-5C7F-58DB-EA353796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36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FC5D6-F634-120A-5B08-0485E73F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9CB49-F3F1-098B-9A79-BC9246D35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8D86F-E745-A042-FC5E-9C862105D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5DB8F-3DFB-4B19-BB62-2C37E5A1306E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9AFCD-1F40-8B66-1060-8DEAEEA48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2DF4-B89D-4F18-5ED4-F184EFD38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9581C-CE45-4A12-904C-6E943285E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8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A2480C-1A9C-85E8-EE2E-46B91C3AA5F2}"/>
              </a:ext>
            </a:extLst>
          </p:cNvPr>
          <p:cNvSpPr txBox="1"/>
          <p:nvPr/>
        </p:nvSpPr>
        <p:spPr>
          <a:xfrm>
            <a:off x="3998536" y="3244334"/>
            <a:ext cx="419492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BlinkIT</a:t>
            </a:r>
            <a:r>
              <a:rPr lang="en-IN" b="1" dirty="0">
                <a:solidFill>
                  <a:schemeClr val="accent2"/>
                </a:solidFill>
                <a:latin typeface="Arial Black" panose="020B0A04020102020204" pitchFamily="34" charset="0"/>
              </a:rPr>
              <a:t> Grocery Data</a:t>
            </a:r>
            <a:endParaRPr lang="en-IN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6B1F8-E014-F827-373A-8833A8A5C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421" y="1555423"/>
            <a:ext cx="1707037" cy="15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8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6C258-3C46-C278-C5B9-7317769004F8}"/>
              </a:ext>
            </a:extLst>
          </p:cNvPr>
          <p:cNvSpPr txBox="1"/>
          <p:nvPr/>
        </p:nvSpPr>
        <p:spPr>
          <a:xfrm>
            <a:off x="1593130" y="1461155"/>
            <a:ext cx="83427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				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SITUATION: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BlinkIT</a:t>
            </a:r>
            <a:r>
              <a:rPr lang="en-US" dirty="0"/>
              <a:t>, a grocery delivery company, wanted to optimize product placement and improve sales across its retail outlets.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They had detailed transactional and outlet data but lacked a clear view of how product attributes and outlet characteristics impacted sales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01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CD4927-4248-732B-3FE6-18C2EAE63C09}"/>
              </a:ext>
            </a:extLst>
          </p:cNvPr>
          <p:cNvSpPr txBox="1"/>
          <p:nvPr/>
        </p:nvSpPr>
        <p:spPr>
          <a:xfrm>
            <a:off x="1046374" y="1065229"/>
            <a:ext cx="1002069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					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TASK</a:t>
            </a:r>
          </a:p>
          <a:p>
            <a:pPr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analyze the sales data across different product categories and outlet types to identify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Which product categories performed best by outlet type and location.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impact of visibility and weight on item sales.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Key factors contributing to high or low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701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F7B22-8A81-9F3E-F77D-86C415A2266B}"/>
              </a:ext>
            </a:extLst>
          </p:cNvPr>
          <p:cNvSpPr txBox="1"/>
          <p:nvPr/>
        </p:nvSpPr>
        <p:spPr>
          <a:xfrm>
            <a:off x="1093509" y="1216058"/>
            <a:ext cx="1049203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					</a:t>
            </a:r>
            <a:r>
              <a:rPr lang="en-US" sz="2400" b="1" dirty="0">
                <a:solidFill>
                  <a:srgbClr val="C00000"/>
                </a:solidFill>
              </a:rPr>
              <a:t>ACTION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b="1" dirty="0"/>
              <a:t>Data Cleaning: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Handled missing values and standardized categorical values (e.g., unified "Low Fat" variants).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Removed or imputed outliers in sales and visibility.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Modeling: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Created relationships between item attributes and outlet characteristics.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Built calculated columns to categorize high/low sales and visibility bands.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Visualization: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Designed an interactive dashboard with slicers for outlet type, location, and item type.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Used bar charts and heatmaps to visualize sales performance by category and outlet.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Created KPI cards showing average sales, top-selling categories, and average ratings.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21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DD20A2-1D0E-733B-2F56-72C09385545B}"/>
              </a:ext>
            </a:extLst>
          </p:cNvPr>
          <p:cNvSpPr txBox="1"/>
          <p:nvPr/>
        </p:nvSpPr>
        <p:spPr>
          <a:xfrm>
            <a:off x="996099" y="1348034"/>
            <a:ext cx="1002383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					</a:t>
            </a:r>
            <a:r>
              <a:rPr lang="en-US" sz="2400" b="1" dirty="0">
                <a:solidFill>
                  <a:srgbClr val="C00000"/>
                </a:solidFill>
              </a:rPr>
              <a:t>RESULT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Fruits and Vegetables</a:t>
            </a:r>
            <a:r>
              <a:rPr lang="en-US" dirty="0"/>
              <a:t> had the highest average sales in </a:t>
            </a:r>
            <a:r>
              <a:rPr lang="en-US" b="1" dirty="0"/>
              <a:t>Tier 1 Supermarkets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Found that </a:t>
            </a:r>
            <a:r>
              <a:rPr lang="en-US" b="1" dirty="0"/>
              <a:t>item visibility</a:t>
            </a:r>
            <a:r>
              <a:rPr lang="en-US" dirty="0"/>
              <a:t> positively correlated with sales, particularly in </a:t>
            </a:r>
            <a:r>
              <a:rPr lang="en-US" b="1" dirty="0"/>
              <a:t>high-footfall outlets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Recommended optimizing shelf placement and promotional efforts based on item type and outlet size.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Helped the company understand which </a:t>
            </a:r>
            <a:r>
              <a:rPr lang="en-US" b="1" dirty="0"/>
              <a:t>outlet types and product mixes</a:t>
            </a:r>
            <a:r>
              <a:rPr lang="en-US" dirty="0"/>
              <a:t> yielded better returns, informing future stocking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03832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277</Words>
  <Application>Microsoft Office PowerPoint</Application>
  <PresentationFormat>Widescreen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Srinath Kadudas</dc:creator>
  <cp:lastModifiedBy>Srinath Kadudas</cp:lastModifiedBy>
  <cp:revision>1</cp:revision>
  <dcterms:created xsi:type="dcterms:W3CDTF">2025-05-21T06:09:33Z</dcterms:created>
  <dcterms:modified xsi:type="dcterms:W3CDTF">2025-05-21T06:25:27Z</dcterms:modified>
</cp:coreProperties>
</file>